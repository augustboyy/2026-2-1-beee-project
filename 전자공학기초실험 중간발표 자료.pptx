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387" y="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17:18:21.5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312 56 24575,'3'0'0,"-1"0"0,1 0 0,-1 1 0,1-1 0,0 0 0,-1 1 0,1 0 0,-1 0 0,1 0 0,-1 0 0,0 0 0,3 2 0,-4-2 0,0 0 0,0 0 0,0-1 0,0 1 0,0 0 0,0 1 0,0-1 0,-1 0 0,1 0 0,0 0 0,-1 0 0,1 1 0,-1-1 0,0 0 0,1 0 0,-1 1 0,0-1 0,0 0 0,1 1 0,-1-1 0,0 0 0,0 1 0,-1-1 0,1 0 0,0 1 0,-1 0 0,0 3 0,0 0 0,-1 0 0,0 0 0,0-1 0,-1 1 0,1-1 0,-1 1 0,0-1 0,0 0 0,0 0 0,-1 0 0,-6 5 0,5-5 0,-1 1 0,0-1 0,0 0 0,0-1 0,-1 1 0,1-1 0,-1-1 0,-10 4 0,-71 23 0,86-28 0,0-1 0,0 1 0,0-1 0,0 1 0,0-1 0,0 0 0,0 0 0,-1 0 0,1 0 0,0 0 0,0 0 0,0 0 0,0-1 0,0 1 0,0-1 0,0 0 0,0 0 0,0 1 0,0-1 0,0 0 0,0-1 0,0 1 0,1 0 0,-1 0 0,0-1 0,1 1 0,-1-1 0,1 0 0,0 1 0,-1-1 0,1 0 0,0 0 0,0 1 0,0-1 0,0 0 0,0-3 0,-4-9 0,0-1 0,2 0 0,-1 0 0,-1-26 0,4 24 0,-1 1 0,-1 0 0,-9-27 0,9 41 0,0 7 0,-2 14 0,3-11 0,-2 8-102,-39 157-1161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17:18:32.7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323 322 24562,'-321'-160'0,"642"-1"0,-642 322 0,10101-161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17:18:38.0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10333 0 24563,'-10332'0'0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17:18:42.8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612 365 24575,'1047'0'86,"-598"0"-5087,-441 1 4856,1 0 0,-1 0 0,1 1 0,-1 1 0,0-1 0,0 1 0,0 1 0,0-1 0,10 8 0,-6-4 709,-10-7-484,-1 1 0,0-1 1,0 1-1,1 0 0,-1 0 0,0 0 0,0-1 0,0 1 0,0 0 0,-1 8 919,-1-8-975,1-1 1,-5 1 132,1 0 1,0 0-1,-1 0 0,1 0 0,-1-1 0,-5 0 0,-166-7 1451,115 3-1266,-156-10 249,-53-6-1263,25 4-92,-664-59-1221,737 48 1985,151 23 0,0-1 0,-37-14 0,56 18 0,0 0 0,-1 0 0,1 0 0,0 0 0,0 0 0,0-1 0,0 1 0,0 0 0,0-1 0,0 0 0,0 1 0,1-1 0,-1 0 0,1 0 0,-1 0 0,1 0 0,-2-3 0,3 4 0,0 1 0,0-1 0,0 0 0,0 0 0,0 0 0,0 0 0,0 0 0,0 1 0,0-1 0,1 0 0,-1 0 0,0 0 0,0 0 0,1 1 0,-1-1 0,1 0 0,0-1 0,1 0 0,0-1 0,0 1 0,0 0 0,1 0 0,-1 0 0,5-2 0,8-5 0,1 1 0,0 0 0,22-6 0,59-15 0,-93 28 0,139-34-44,203-24 0,-272 52-4327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17:18:48.8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1 345 24480,'8996'-191'0,"-9321"37"0,650 308 0,-643 13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17:19:23.7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3596 243 24575,'-14'0'0,"-1"-2"0,1 1 0,0-2 0,-20-6 0,-54-22 0,58 20 0,-64-21 0,78 28 0,1 1 0,-1 0 0,0 1 0,-19 1 0,-190 2 0,212-3 0,18-2 0,18-3 0,-13 4 0,90-22 0,-72 18 0,33-4 0,11-3 0,-61 13 0,-14 5 0,-18 6 0,8-6 0,-1-1 0,0 0 0,-28 1 0,-45-4 0,42-1 0,35 1 0,0-1 0,-18-5 0,-12-1 0,-196 5 0,129 3 0,-524-1 0,608-2 0,0 0 0,0-2 0,-33-9 0,18 4 0,-26-7 0,24 6 0,0 1 0,-75-6 0,-124 15 0,106 2 0,-1038-2-1365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17:19:26.9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1 197 24575,'734'0'0,"-718"-1"0,-1 0 0,18-5 0,23-1 0,249 5 0,-155 3 0,-104-1 0,86-12 0,-101 9 0,1 1 0,48 3 0,-22 0 0,204-9 0,-153-5 0,-19 2 0,-73 8 0,1 0 0,30-10 0,-32 8 0,1 1 0,-1 0 0,23-1 0,43 2 0,-38 3 0,47-8 0,58-8 0,-143 15 0,1-1 0,-1 0 0,1 0 0,-1 0 0,8-5 0,21-7 0,-22 11 0,22-2 0,4 0 0,10-5 0,1 3 0,95-1 0,-56 7 0,64 2 0,-205 6 0,-315-5 0,193-3 0,-177 1-1365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17:19:34.7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24473,'3475'16'0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EF1A91-703D-4C09-AF44-2D6DD7BB4AA9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31130-2CD5-46A9-B868-A48F666B5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644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1130-2CD5-46A9-B868-A48F666B508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159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21.png"/><Relationship Id="rId18" Type="http://schemas.openxmlformats.org/officeDocument/2006/relationships/customXml" Target="../ink/ink7.xml"/><Relationship Id="rId3" Type="http://schemas.openxmlformats.org/officeDocument/2006/relationships/image" Target="../media/image2.jpg"/><Relationship Id="rId21" Type="http://schemas.openxmlformats.org/officeDocument/2006/relationships/image" Target="../media/image25.png"/><Relationship Id="rId7" Type="http://schemas.openxmlformats.org/officeDocument/2006/relationships/image" Target="../media/image18.png"/><Relationship Id="rId12" Type="http://schemas.openxmlformats.org/officeDocument/2006/relationships/customXml" Target="../ink/ink4.xml"/><Relationship Id="rId17" Type="http://schemas.openxmlformats.org/officeDocument/2006/relationships/image" Target="../media/image23.png"/><Relationship Id="rId2" Type="http://schemas.openxmlformats.org/officeDocument/2006/relationships/image" Target="../media/image15.png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5" Type="http://schemas.openxmlformats.org/officeDocument/2006/relationships/image" Target="../media/image22.png"/><Relationship Id="rId10" Type="http://schemas.openxmlformats.org/officeDocument/2006/relationships/customXml" Target="../ink/ink3.xml"/><Relationship Id="rId19" Type="http://schemas.openxmlformats.org/officeDocument/2006/relationships/image" Target="../media/image24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Relationship Id="rId14" Type="http://schemas.openxmlformats.org/officeDocument/2006/relationships/customXml" Target="../ink/ink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jp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2276B1D-92CE-439D-F95D-86D4003E3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7800" y="457200"/>
            <a:ext cx="16764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AD3C798-C6D2-D8EB-F28F-B10919AEC4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0200" y="533400"/>
            <a:ext cx="1447800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C5CCB45-3E29-6B0F-1C33-76B6BA8CEA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2600" y="381000"/>
            <a:ext cx="1447800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D5636F-D215-ACD6-2786-D06CBF1A65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0200" y="457200"/>
            <a:ext cx="1447800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9FD2F37-F73E-811E-99F5-89770294FE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2600" y="381000"/>
            <a:ext cx="1447800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B55F80A-DBC6-F8EB-C307-4FBA501C53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5000" y="228600"/>
            <a:ext cx="1447800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68431397-0794-1E2B-6573-FAF508E5F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34" y="76200"/>
            <a:ext cx="16256000" cy="9067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3314364-5F13-D2AB-87F5-3D928217D9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5000" y="228600"/>
            <a:ext cx="1447800" cy="1447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AB9F36-D582-6EB6-0643-BA4EDC3DB6F7}"/>
              </a:ext>
            </a:extLst>
          </p:cNvPr>
          <p:cNvSpPr txBox="1"/>
          <p:nvPr/>
        </p:nvSpPr>
        <p:spPr>
          <a:xfrm>
            <a:off x="812800" y="1981200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Cloud AI</a:t>
            </a:r>
            <a:r>
              <a:rPr lang="ko-KR" altLang="en-US" sz="1600" b="1" dirty="0">
                <a:solidFill>
                  <a:schemeClr val="bg1"/>
                </a:solidFill>
              </a:rPr>
              <a:t>의 막대한 비용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17E6DB-8A45-F5E5-ED5B-4B2FFE60698D}"/>
              </a:ext>
            </a:extLst>
          </p:cNvPr>
          <p:cNvSpPr txBox="1"/>
          <p:nvPr/>
        </p:nvSpPr>
        <p:spPr>
          <a:xfrm>
            <a:off x="4699000" y="1994452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Edge computing</a:t>
            </a:r>
            <a:r>
              <a:rPr lang="ko-KR" altLang="en-US" sz="1600" b="1" dirty="0">
                <a:solidFill>
                  <a:schemeClr val="bg1"/>
                </a:solidFill>
              </a:rPr>
              <a:t>의 제약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3323A-EA24-E741-0F27-0DEE7A7D097E}"/>
              </a:ext>
            </a:extLst>
          </p:cNvPr>
          <p:cNvSpPr txBox="1"/>
          <p:nvPr/>
        </p:nvSpPr>
        <p:spPr>
          <a:xfrm>
            <a:off x="7442200" y="5257800"/>
            <a:ext cx="2590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</a:rPr>
              <a:t>모든 데이터프레임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480DD-1283-80AD-2147-6037F4B22200}"/>
              </a:ext>
            </a:extLst>
          </p:cNvPr>
          <p:cNvSpPr txBox="1"/>
          <p:nvPr/>
        </p:nvSpPr>
        <p:spPr>
          <a:xfrm>
            <a:off x="10642600" y="22098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</a:rPr>
              <a:t>Local Gatekeeper</a:t>
            </a:r>
          </a:p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(</a:t>
            </a:r>
            <a:r>
              <a:rPr lang="ko-KR" altLang="en-US" sz="1200" b="1" dirty="0" err="1">
                <a:solidFill>
                  <a:schemeClr val="bg1"/>
                </a:solidFill>
              </a:rPr>
              <a:t>라즈베리파이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52E4A6-B3C8-37B8-C2F4-B18EB61126A7}"/>
              </a:ext>
            </a:extLst>
          </p:cNvPr>
          <p:cNvSpPr txBox="1"/>
          <p:nvPr/>
        </p:nvSpPr>
        <p:spPr>
          <a:xfrm>
            <a:off x="11404600" y="5160186"/>
            <a:ext cx="25908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</a:rPr>
              <a:t>정상 데이터</a:t>
            </a:r>
            <a:endParaRPr lang="en-US" altLang="ko-KR" sz="15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(</a:t>
            </a:r>
            <a:r>
              <a:rPr lang="ko-KR" altLang="en-US" sz="1100" b="1" dirty="0">
                <a:solidFill>
                  <a:schemeClr val="bg1"/>
                </a:solidFill>
              </a:rPr>
              <a:t>폐기</a:t>
            </a:r>
            <a:r>
              <a:rPr lang="en-US" altLang="ko-KR" sz="11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96C81-5E47-C219-84DF-FE849E70DB60}"/>
              </a:ext>
            </a:extLst>
          </p:cNvPr>
          <p:cNvSpPr txBox="1"/>
          <p:nvPr/>
        </p:nvSpPr>
        <p:spPr>
          <a:xfrm>
            <a:off x="13462000" y="44196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</a:rPr>
              <a:t>Cloud AI</a:t>
            </a:r>
          </a:p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</a:rPr>
              <a:t>정밀진단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2D6F66-D2E1-6D6E-2E29-F12B82F5D004}"/>
              </a:ext>
            </a:extLst>
          </p:cNvPr>
          <p:cNvSpPr txBox="1"/>
          <p:nvPr/>
        </p:nvSpPr>
        <p:spPr>
          <a:xfrm>
            <a:off x="12090400" y="7433285"/>
            <a:ext cx="3692036" cy="1173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dirty="0"/>
              <a:t>API </a:t>
            </a:r>
            <a:r>
              <a:rPr lang="ko-KR" altLang="en-US" sz="2000" b="1" dirty="0"/>
              <a:t>호출비용 극적 절감</a:t>
            </a:r>
            <a:endParaRPr lang="en-US" altLang="ko-KR" sz="2000" b="1" dirty="0"/>
          </a:p>
          <a:p>
            <a:pPr>
              <a:lnSpc>
                <a:spcPct val="120000"/>
              </a:lnSpc>
            </a:pPr>
            <a:r>
              <a:rPr lang="ko-KR" altLang="en-US" sz="2000" b="1" dirty="0"/>
              <a:t>무의미한 네트워크 </a:t>
            </a:r>
            <a:r>
              <a:rPr lang="ko-KR" altLang="en-US" sz="2000" b="1" dirty="0" err="1"/>
              <a:t>트래픽차단</a:t>
            </a:r>
            <a:endParaRPr lang="en-US" altLang="ko-KR" sz="2000" b="1" dirty="0"/>
          </a:p>
          <a:p>
            <a:pPr>
              <a:lnSpc>
                <a:spcPct val="120000"/>
              </a:lnSpc>
            </a:pPr>
            <a:r>
              <a:rPr lang="ko-KR" altLang="en-US" sz="2000" b="1" dirty="0"/>
              <a:t>로컬 데이터 프라이버시 보호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098BDED-9D61-8222-29DA-46EEBBC359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5000" y="228600"/>
            <a:ext cx="1447800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51FD913-2F8A-ABD4-758A-63CF318E28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1200" y="116122"/>
            <a:ext cx="1447800" cy="14478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11D969A-A447-9976-1014-6BB3D67B81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82"/>
          <a:stretch>
            <a:fillRect/>
          </a:stretch>
        </p:blipFill>
        <p:spPr>
          <a:xfrm>
            <a:off x="8737599" y="1603512"/>
            <a:ext cx="6944139" cy="57878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C4CCB9B-B181-0671-FA08-B285BE86192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603512"/>
            <a:ext cx="7924800" cy="25112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834F956-DA0E-7519-1500-47648B0669C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4114800"/>
            <a:ext cx="7924800" cy="33695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899"/>
            <a:ext cx="16256000" cy="9067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C926571-C0BA-94B0-7DC9-898B2B4F64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5000" y="22860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D2E9666-D45F-2D23-99F9-9CDC66FC38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8800" y="228600"/>
            <a:ext cx="1447800" cy="1447800"/>
          </a:xfrm>
          <a:prstGeom prst="rect">
            <a:avLst/>
          </a:prstGeom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344AB6FE-DD21-B649-54DD-678B1EE97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601" y="2743200"/>
            <a:ext cx="6324600" cy="4114800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A7D65AF5-E506-370C-A235-9D5222400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1739" y="2750819"/>
            <a:ext cx="6372861" cy="4114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7F3F96D8-3BD7-A1F1-E449-98F63FE584F3}"/>
                  </a:ext>
                </a:extLst>
              </p14:cNvPr>
              <p14:cNvContentPartPr/>
              <p14:nvPr/>
            </p14:nvContentPartPr>
            <p14:xfrm>
              <a:off x="10677420" y="8232420"/>
              <a:ext cx="129600" cy="8280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7F3F96D8-3BD7-A1F1-E449-98F63FE584F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14420" y="8169420"/>
                <a:ext cx="25524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DA1EE976-BB73-63F2-36F3-5FDA7B84856C}"/>
                  </a:ext>
                </a:extLst>
              </p14:cNvPr>
              <p14:cNvContentPartPr/>
              <p14:nvPr/>
            </p14:nvContentPartPr>
            <p14:xfrm>
              <a:off x="10797660" y="8095260"/>
              <a:ext cx="3521160" cy="11592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DA1EE976-BB73-63F2-36F3-5FDA7B84856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735020" y="8032620"/>
                <a:ext cx="364680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C1936F2D-7CFB-F213-EE51-FB3236456AA5}"/>
                  </a:ext>
                </a:extLst>
              </p14:cNvPr>
              <p14:cNvContentPartPr/>
              <p14:nvPr/>
            </p14:nvContentPartPr>
            <p14:xfrm>
              <a:off x="10659060" y="8084820"/>
              <a:ext cx="3719880" cy="72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C1936F2D-7CFB-F213-EE51-FB3236456AA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596420" y="7958820"/>
                <a:ext cx="38455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2A67090F-525E-A85C-B51A-737CD56375D1}"/>
                  </a:ext>
                </a:extLst>
              </p14:cNvPr>
              <p14:cNvContentPartPr/>
              <p14:nvPr/>
            </p14:nvContentPartPr>
            <p14:xfrm>
              <a:off x="10722060" y="8281380"/>
              <a:ext cx="800640" cy="15336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2A67090F-525E-A85C-B51A-737CD56375D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659420" y="8218740"/>
                <a:ext cx="92628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678CBA18-C003-8E37-18AE-D19FA0CB3DA6}"/>
                  </a:ext>
                </a:extLst>
              </p14:cNvPr>
              <p14:cNvContentPartPr/>
              <p14:nvPr/>
            </p14:nvContentPartPr>
            <p14:xfrm>
              <a:off x="11086740" y="8158980"/>
              <a:ext cx="3239280" cy="12420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678CBA18-C003-8E37-18AE-D19FA0CB3DA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023740" y="8095980"/>
                <a:ext cx="336492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E5F4F7E7-0F1F-7F09-1986-2DF549D91CB8}"/>
                  </a:ext>
                </a:extLst>
              </p14:cNvPr>
              <p14:cNvContentPartPr/>
              <p14:nvPr/>
            </p14:nvContentPartPr>
            <p14:xfrm>
              <a:off x="8805865" y="8402846"/>
              <a:ext cx="1294560" cy="8784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E5F4F7E7-0F1F-7F09-1986-2DF549D91CB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43225" y="8339846"/>
                <a:ext cx="142020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FD507618-D054-04E6-A451-6A5598B7FD32}"/>
                  </a:ext>
                </a:extLst>
              </p14:cNvPr>
              <p14:cNvContentPartPr/>
              <p14:nvPr/>
            </p14:nvContentPartPr>
            <p14:xfrm>
              <a:off x="8787505" y="8411126"/>
              <a:ext cx="1203120" cy="7092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FD507618-D054-04E6-A451-6A5598B7FD3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24865" y="8348486"/>
                <a:ext cx="132876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0F08E384-954A-6461-2904-6F6EAAA10815}"/>
                  </a:ext>
                </a:extLst>
              </p14:cNvPr>
              <p14:cNvContentPartPr/>
              <p14:nvPr/>
            </p14:nvContentPartPr>
            <p14:xfrm>
              <a:off x="8851945" y="8507246"/>
              <a:ext cx="1251360" cy="612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0F08E384-954A-6461-2904-6F6EAAA1081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788945" y="8444246"/>
                <a:ext cx="1377000" cy="131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709DB0DA-CF9D-12BC-197E-5CCE2B6D8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DF4BC76-2EC4-86AE-1566-53FF50A44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8800" y="152400"/>
            <a:ext cx="1447800" cy="144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5A0468-E89B-283D-841D-B33BAE5EE9B4}"/>
              </a:ext>
            </a:extLst>
          </p:cNvPr>
          <p:cNvSpPr txBox="1"/>
          <p:nvPr/>
        </p:nvSpPr>
        <p:spPr>
          <a:xfrm>
            <a:off x="2565400" y="2514600"/>
            <a:ext cx="1138164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spc="300" dirty="0"/>
              <a:t>Kiosk UI</a:t>
            </a:r>
            <a:r>
              <a:rPr lang="ko-KR" altLang="en-US" sz="2500" b="1" spc="300" dirty="0"/>
              <a:t>의 </a:t>
            </a:r>
            <a:r>
              <a:rPr lang="en-US" altLang="ko-KR" sz="2500" b="1" spc="300" dirty="0"/>
              <a:t>4</a:t>
            </a:r>
            <a:r>
              <a:rPr lang="ko-KR" altLang="en-US" sz="2500" b="1" spc="300" dirty="0"/>
              <a:t>단계 흐름 </a:t>
            </a:r>
            <a:r>
              <a:rPr lang="en-US" altLang="ko-KR" sz="2500" b="1" spc="300" dirty="0"/>
              <a:t>: </a:t>
            </a:r>
            <a:r>
              <a:rPr lang="ko-KR" altLang="en-US" sz="2500" b="1" spc="300" dirty="0"/>
              <a:t>로컬 서버 구동으로 저비용</a:t>
            </a:r>
            <a:r>
              <a:rPr lang="en-US" altLang="ko-KR" sz="2500" b="1" spc="300" dirty="0"/>
              <a:t>, </a:t>
            </a:r>
            <a:r>
              <a:rPr lang="ko-KR" altLang="en-US" sz="2500" b="1" spc="300" dirty="0" err="1"/>
              <a:t>저지연</a:t>
            </a:r>
            <a:r>
              <a:rPr lang="ko-KR" altLang="en-US" sz="2500" b="1" spc="300" dirty="0"/>
              <a:t> 경험 제공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BD30E4-E88E-3790-9F87-71E4E88F5F1F}"/>
              </a:ext>
            </a:extLst>
          </p:cNvPr>
          <p:cNvSpPr txBox="1"/>
          <p:nvPr/>
        </p:nvSpPr>
        <p:spPr>
          <a:xfrm>
            <a:off x="1346200" y="7010400"/>
            <a:ext cx="28472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1.</a:t>
            </a:r>
            <a:r>
              <a:rPr lang="ko-KR" altLang="en-US" sz="2000" b="1" dirty="0"/>
              <a:t>시작 화면 </a:t>
            </a:r>
            <a:r>
              <a:rPr lang="en-US" altLang="ko-KR" sz="2000" b="1" dirty="0"/>
              <a:t>&amp; </a:t>
            </a:r>
            <a:r>
              <a:rPr lang="ko-KR" altLang="en-US" sz="2000" b="1" dirty="0"/>
              <a:t>식물 등록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77C8ED-2161-09E9-6193-7703A33E0B22}"/>
              </a:ext>
            </a:extLst>
          </p:cNvPr>
          <p:cNvSpPr txBox="1"/>
          <p:nvPr/>
        </p:nvSpPr>
        <p:spPr>
          <a:xfrm>
            <a:off x="5156200" y="6989475"/>
            <a:ext cx="24096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2. </a:t>
            </a:r>
            <a:r>
              <a:rPr lang="ko-KR" altLang="en-US" sz="2000" b="1" dirty="0"/>
              <a:t>로딩 및 분석 화면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DAAFFF-E05E-F21F-96AF-5B9284F6EB89}"/>
              </a:ext>
            </a:extLst>
          </p:cNvPr>
          <p:cNvSpPr txBox="1"/>
          <p:nvPr/>
        </p:nvSpPr>
        <p:spPr>
          <a:xfrm>
            <a:off x="8813800" y="6989475"/>
            <a:ext cx="240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3. </a:t>
            </a:r>
            <a:r>
              <a:rPr lang="ko-KR" altLang="en-US" sz="2000" b="1" dirty="0"/>
              <a:t>메인 </a:t>
            </a:r>
            <a:r>
              <a:rPr lang="en-US" altLang="ko-KR" sz="2000" b="1" dirty="0"/>
              <a:t>Dashboard</a:t>
            </a:r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26065C-F570-69B1-5742-6E875399979E}"/>
              </a:ext>
            </a:extLst>
          </p:cNvPr>
          <p:cNvSpPr txBox="1"/>
          <p:nvPr/>
        </p:nvSpPr>
        <p:spPr>
          <a:xfrm>
            <a:off x="12461240" y="7010400"/>
            <a:ext cx="18389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4. </a:t>
            </a:r>
            <a:r>
              <a:rPr lang="ko-KR" altLang="en-US" sz="2000" b="1" dirty="0"/>
              <a:t>경고 및 알림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A062796-19A7-1B69-FC9E-D5FDBB3BD2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489" y="3541135"/>
            <a:ext cx="2935427" cy="264611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341C595-9AF3-ABF9-7CC4-09417F84A5A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280" y="3497825"/>
            <a:ext cx="2971800" cy="153137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296546F-BDB6-40FF-C12B-5E40E87EC7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2922" y="3497823"/>
            <a:ext cx="2976877" cy="267890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4CFC93E-4F9D-32DD-1FA1-1D0DE7527A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9085" y="3536655"/>
            <a:ext cx="2971801" cy="265226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D576347-9FB0-EEED-9D9D-BF42EB915E6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662" y="4800600"/>
            <a:ext cx="2956287" cy="13517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5D610FA-AB7F-3445-A2BB-99A5FDB560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8800" y="304800"/>
            <a:ext cx="1447800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CE59A47-59A6-A61C-FBDA-C9F49C446D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0200" y="304800"/>
            <a:ext cx="16764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32441A3-B750-508B-A10D-2C6419762A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6400" y="304800"/>
            <a:ext cx="1676400" cy="167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75</Words>
  <Application>Microsoft Office PowerPoint</Application>
  <PresentationFormat>사용자 지정</PresentationFormat>
  <Paragraphs>18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남기현</cp:lastModifiedBy>
  <cp:revision>34</cp:revision>
  <dcterms:created xsi:type="dcterms:W3CDTF">2006-08-16T00:00:00Z</dcterms:created>
  <dcterms:modified xsi:type="dcterms:W3CDTF">2026-05-17T13:44:26Z</dcterms:modified>
</cp:coreProperties>
</file>